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Wingdings Font Map (32-126):</a:t>
            </a:r>
            <a:br/>
          </a:p>
          <a:p>
            <a:r>
              <a:rPr sz="1200">
                <a:latin typeface="Arial"/>
              </a:rPr>
              <a:t>  (32): </a:t>
            </a:r>
            <a:r>
              <a:rPr sz="1600">
                <a:latin typeface="Wingdings"/>
              </a:rPr>
              <a:t>   </a:t>
            </a:r>
          </a:p>
          <a:p>
            <a:r>
              <a:rPr sz="1200">
                <a:latin typeface="Arial"/>
              </a:rPr>
              <a:t>! (33): </a:t>
            </a:r>
            <a:r>
              <a:rPr sz="1600">
                <a:latin typeface="Wingdings"/>
              </a:rPr>
              <a:t> ! </a:t>
            </a:r>
          </a:p>
          <a:p>
            <a:r>
              <a:rPr sz="1200">
                <a:latin typeface="Arial"/>
              </a:rPr>
              <a:t>" (34): </a:t>
            </a:r>
            <a:r>
              <a:rPr sz="1600">
                <a:latin typeface="Wingdings"/>
              </a:rPr>
              <a:t> " </a:t>
            </a:r>
          </a:p>
          <a:p>
            <a:r>
              <a:rPr sz="1200">
                <a:latin typeface="Arial"/>
              </a:rPr>
              <a:t># (35): </a:t>
            </a:r>
            <a:r>
              <a:rPr sz="1600">
                <a:latin typeface="Wingdings"/>
              </a:rPr>
              <a:t> # </a:t>
            </a:r>
          </a:p>
          <a:p>
            <a:r>
              <a:rPr sz="1200">
                <a:latin typeface="Arial"/>
              </a:rPr>
              <a:t>$ (36): </a:t>
            </a:r>
            <a:r>
              <a:rPr sz="1600">
                <a:latin typeface="Wingdings"/>
              </a:rPr>
              <a:t> $ </a:t>
            </a:r>
          </a:p>
          <a:p>
            <a:r>
              <a:rPr sz="1200">
                <a:latin typeface="Arial"/>
              </a:rPr>
              <a:t>% (37): </a:t>
            </a:r>
            <a:r>
              <a:rPr sz="1600">
                <a:latin typeface="Wingdings"/>
              </a:rPr>
              <a:t> % </a:t>
            </a:r>
          </a:p>
          <a:p>
            <a:r>
              <a:rPr sz="1200">
                <a:latin typeface="Arial"/>
              </a:rPr>
              <a:t>&amp; (38): </a:t>
            </a:r>
            <a:r>
              <a:rPr sz="1600">
                <a:latin typeface="Wingdings"/>
              </a:rPr>
              <a:t> &amp; </a:t>
            </a:r>
          </a:p>
          <a:p>
            <a:r>
              <a:rPr sz="1200">
                <a:latin typeface="Arial"/>
              </a:rPr>
              <a:t>' (39): </a:t>
            </a:r>
            <a:r>
              <a:rPr sz="1600">
                <a:latin typeface="Wingdings"/>
              </a:rPr>
              <a:t> ' </a:t>
            </a:r>
          </a:p>
          <a:p>
            <a:r>
              <a:rPr sz="1200">
                <a:latin typeface="Arial"/>
              </a:rPr>
              <a:t>( (40): </a:t>
            </a:r>
            <a:r>
              <a:rPr sz="1600">
                <a:latin typeface="Wingdings"/>
              </a:rPr>
              <a:t> ( </a:t>
            </a:r>
          </a:p>
          <a:p>
            <a:r>
              <a:rPr sz="1200">
                <a:latin typeface="Arial"/>
              </a:rPr>
              <a:t>) (41): </a:t>
            </a:r>
            <a:r>
              <a:rPr sz="1600">
                <a:latin typeface="Wingdings"/>
              </a:rPr>
              <a:t> ) </a:t>
            </a:r>
          </a:p>
          <a:p>
            <a:r>
              <a:rPr sz="1200">
                <a:latin typeface="Arial"/>
              </a:rPr>
              <a:t>* (42): </a:t>
            </a:r>
            <a:r>
              <a:rPr sz="1600">
                <a:latin typeface="Wingdings"/>
              </a:rPr>
              <a:t> * </a:t>
            </a:r>
          </a:p>
          <a:p>
            <a:r>
              <a:rPr sz="1200">
                <a:latin typeface="Arial"/>
              </a:rPr>
              <a:t>+ (43): </a:t>
            </a:r>
            <a:r>
              <a:rPr sz="1600">
                <a:latin typeface="Wingdings"/>
              </a:rPr>
              <a:t> + </a:t>
            </a:r>
          </a:p>
          <a:p>
            <a:r>
              <a:rPr sz="1200">
                <a:latin typeface="Arial"/>
              </a:rPr>
              <a:t>, (44): </a:t>
            </a:r>
            <a:r>
              <a:rPr sz="1600">
                <a:latin typeface="Wingdings"/>
              </a:rPr>
              <a:t> , </a:t>
            </a:r>
          </a:p>
          <a:p>
            <a:r>
              <a:rPr sz="1200">
                <a:latin typeface="Arial"/>
              </a:rPr>
              <a:t>- (45): </a:t>
            </a:r>
            <a:r>
              <a:rPr sz="1600">
                <a:latin typeface="Wingdings"/>
              </a:rPr>
              <a:t> - </a:t>
            </a:r>
          </a:p>
          <a:p>
            <a:r>
              <a:rPr sz="1200">
                <a:latin typeface="Arial"/>
              </a:rPr>
              <a:t>. (46): </a:t>
            </a:r>
            <a:r>
              <a:rPr sz="1600">
                <a:latin typeface="Wingdings"/>
              </a:rPr>
              <a:t> . </a:t>
            </a:r>
          </a:p>
          <a:p>
            <a:r>
              <a:rPr sz="1200">
                <a:latin typeface="Arial"/>
              </a:rPr>
              <a:t>/ (47): </a:t>
            </a:r>
            <a:r>
              <a:rPr sz="1600">
                <a:latin typeface="Wingdings"/>
              </a:rPr>
              <a:t> / </a:t>
            </a:r>
          </a:p>
          <a:p>
            <a:r>
              <a:rPr sz="1200">
                <a:latin typeface="Arial"/>
              </a:rPr>
              <a:t>0 (48): </a:t>
            </a:r>
            <a:r>
              <a:rPr sz="1600">
                <a:latin typeface="Wingdings"/>
              </a:rPr>
              <a:t> 0 </a:t>
            </a:r>
          </a:p>
          <a:p>
            <a:r>
              <a:rPr sz="1200">
                <a:latin typeface="Arial"/>
              </a:rPr>
              <a:t>1 (49): </a:t>
            </a:r>
            <a:r>
              <a:rPr sz="1600">
                <a:latin typeface="Wingdings"/>
              </a:rPr>
              <a:t> 1 </a:t>
            </a:r>
          </a:p>
          <a:p>
            <a:r>
              <a:rPr sz="1200">
                <a:latin typeface="Arial"/>
              </a:rPr>
              <a:t>2 (50): </a:t>
            </a:r>
            <a:r>
              <a:rPr sz="1600">
                <a:latin typeface="Wingdings"/>
              </a:rPr>
              <a:t> 2 </a:t>
            </a:r>
          </a:p>
          <a:p>
            <a:r>
              <a:rPr sz="1200">
                <a:latin typeface="Arial"/>
              </a:rPr>
              <a:t>3 (51): </a:t>
            </a:r>
            <a:r>
              <a:rPr sz="1600">
                <a:latin typeface="Wingdings"/>
              </a:rPr>
              <a:t> 3 </a:t>
            </a:r>
          </a:p>
          <a:p>
            <a:r>
              <a:rPr sz="1200">
                <a:latin typeface="Arial"/>
              </a:rPr>
              <a:t>4 (52): </a:t>
            </a:r>
            <a:r>
              <a:rPr sz="1600">
                <a:latin typeface="Wingdings"/>
              </a:rPr>
              <a:t> 4 </a:t>
            </a:r>
          </a:p>
          <a:p>
            <a:r>
              <a:rPr sz="1200">
                <a:latin typeface="Arial"/>
              </a:rPr>
              <a:t>5 (53): </a:t>
            </a:r>
            <a:r>
              <a:rPr sz="1600">
                <a:latin typeface="Wingdings"/>
              </a:rPr>
              <a:t> 5 </a:t>
            </a:r>
          </a:p>
          <a:p>
            <a:r>
              <a:rPr sz="1200">
                <a:latin typeface="Arial"/>
              </a:rPr>
              <a:t>6 (54): </a:t>
            </a:r>
            <a:r>
              <a:rPr sz="1600">
                <a:latin typeface="Wingdings"/>
              </a:rPr>
              <a:t> 6 </a:t>
            </a:r>
          </a:p>
          <a:p>
            <a:r>
              <a:rPr sz="1200">
                <a:latin typeface="Arial"/>
              </a:rPr>
              <a:t>7 (55): </a:t>
            </a:r>
            <a:r>
              <a:rPr sz="1600">
                <a:latin typeface="Wingdings"/>
              </a:rPr>
              <a:t> 7 </a:t>
            </a:r>
          </a:p>
          <a:p>
            <a:r>
              <a:rPr sz="1200">
                <a:latin typeface="Arial"/>
              </a:rPr>
              <a:t>8 (56): </a:t>
            </a:r>
            <a:r>
              <a:rPr sz="1600">
                <a:latin typeface="Wingdings"/>
              </a:rPr>
              <a:t> 8 </a:t>
            </a:r>
          </a:p>
          <a:p>
            <a:r>
              <a:rPr sz="1200">
                <a:latin typeface="Arial"/>
              </a:rPr>
              <a:t>9 (57): </a:t>
            </a:r>
            <a:r>
              <a:rPr sz="1600">
                <a:latin typeface="Wingdings"/>
              </a:rPr>
              <a:t> 9 </a:t>
            </a:r>
          </a:p>
          <a:p>
            <a:r>
              <a:rPr sz="1200">
                <a:latin typeface="Arial"/>
              </a:rPr>
              <a:t>: (58): </a:t>
            </a:r>
            <a:r>
              <a:rPr sz="1600">
                <a:latin typeface="Wingdings"/>
              </a:rPr>
              <a:t> : </a:t>
            </a:r>
          </a:p>
          <a:p>
            <a:r>
              <a:rPr sz="1200">
                <a:latin typeface="Arial"/>
              </a:rPr>
              <a:t>; (59): </a:t>
            </a:r>
            <a:r>
              <a:rPr sz="1600">
                <a:latin typeface="Wingdings"/>
              </a:rPr>
              <a:t> ; </a:t>
            </a:r>
          </a:p>
          <a:p>
            <a:r>
              <a:rPr sz="1200">
                <a:latin typeface="Arial"/>
              </a:rPr>
              <a:t>&lt; (60): </a:t>
            </a:r>
            <a:r>
              <a:rPr sz="1600">
                <a:latin typeface="Wingdings"/>
              </a:rPr>
              <a:t> &lt; </a:t>
            </a:r>
          </a:p>
          <a:p>
            <a:r>
              <a:rPr sz="1200">
                <a:latin typeface="Arial"/>
              </a:rPr>
              <a:t>= (61): </a:t>
            </a:r>
            <a:r>
              <a:rPr sz="1600">
                <a:latin typeface="Wingdings"/>
              </a:rPr>
              <a:t> = </a:t>
            </a:r>
          </a:p>
          <a:p>
            <a:r>
              <a:rPr sz="1200">
                <a:latin typeface="Arial"/>
              </a:rPr>
              <a:t>&gt; (62): </a:t>
            </a:r>
            <a:r>
              <a:rPr sz="1600">
                <a:latin typeface="Wingdings"/>
              </a:rPr>
              <a:t> &gt; </a:t>
            </a:r>
          </a:p>
          <a:p>
            <a:r>
              <a:rPr sz="1200">
                <a:latin typeface="Arial"/>
              </a:rPr>
              <a:t>? (63): </a:t>
            </a:r>
            <a:r>
              <a:rPr sz="1600">
                <a:latin typeface="Wingdings"/>
              </a:rPr>
              <a:t> ? </a:t>
            </a:r>
          </a:p>
          <a:p>
            <a:r>
              <a:rPr sz="1200">
                <a:latin typeface="Arial"/>
              </a:rPr>
              <a:t>@ (64): </a:t>
            </a:r>
            <a:r>
              <a:rPr sz="1600">
                <a:latin typeface="Wingdings"/>
              </a:rPr>
              <a:t> @ </a:t>
            </a:r>
          </a:p>
          <a:p>
            <a:r>
              <a:rPr sz="1200">
                <a:latin typeface="Arial"/>
              </a:rPr>
              <a:t>A (65): </a:t>
            </a:r>
            <a:r>
              <a:rPr sz="1600">
                <a:latin typeface="Wingdings"/>
              </a:rPr>
              <a:t> A </a:t>
            </a:r>
          </a:p>
          <a:p>
            <a:r>
              <a:rPr sz="1200">
                <a:latin typeface="Arial"/>
              </a:rPr>
              <a:t>B (66): </a:t>
            </a:r>
            <a:r>
              <a:rPr sz="1600">
                <a:latin typeface="Wingdings"/>
              </a:rPr>
              <a:t> B </a:t>
            </a:r>
          </a:p>
          <a:p>
            <a:r>
              <a:rPr sz="1200">
                <a:latin typeface="Arial"/>
              </a:rPr>
              <a:t>C (67): </a:t>
            </a:r>
            <a:r>
              <a:rPr sz="1600">
                <a:latin typeface="Wingdings"/>
              </a:rPr>
              <a:t> C </a:t>
            </a:r>
          </a:p>
          <a:p>
            <a:r>
              <a:rPr sz="1200">
                <a:latin typeface="Arial"/>
              </a:rPr>
              <a:t>D (68): </a:t>
            </a:r>
            <a:r>
              <a:rPr sz="1600">
                <a:latin typeface="Wingdings"/>
              </a:rPr>
              <a:t> D </a:t>
            </a:r>
          </a:p>
          <a:p>
            <a:r>
              <a:rPr sz="1200">
                <a:latin typeface="Arial"/>
              </a:rPr>
              <a:t>E (69): </a:t>
            </a:r>
            <a:r>
              <a:rPr sz="1600">
                <a:latin typeface="Wingdings"/>
              </a:rPr>
              <a:t> E </a:t>
            </a:r>
          </a:p>
          <a:p>
            <a:r>
              <a:rPr sz="1200">
                <a:latin typeface="Arial"/>
              </a:rPr>
              <a:t>F (70): </a:t>
            </a:r>
            <a:r>
              <a:rPr sz="1600">
                <a:latin typeface="Wingdings"/>
              </a:rPr>
              <a:t> F </a:t>
            </a:r>
          </a:p>
          <a:p>
            <a:r>
              <a:rPr sz="1200">
                <a:latin typeface="Arial"/>
              </a:rPr>
              <a:t>G (71): </a:t>
            </a:r>
            <a:r>
              <a:rPr sz="1600">
                <a:latin typeface="Wingdings"/>
              </a:rPr>
              <a:t> G </a:t>
            </a:r>
          </a:p>
          <a:p>
            <a:r>
              <a:rPr sz="1200">
                <a:latin typeface="Arial"/>
              </a:rPr>
              <a:t>H (72): </a:t>
            </a:r>
            <a:r>
              <a:rPr sz="1600">
                <a:latin typeface="Wingdings"/>
              </a:rPr>
              <a:t> H </a:t>
            </a:r>
          </a:p>
          <a:p>
            <a:r>
              <a:rPr sz="1200">
                <a:latin typeface="Arial"/>
              </a:rPr>
              <a:t>I (73): </a:t>
            </a:r>
            <a:r>
              <a:rPr sz="1600">
                <a:latin typeface="Wingdings"/>
              </a:rPr>
              <a:t> I </a:t>
            </a:r>
          </a:p>
          <a:p>
            <a:r>
              <a:rPr sz="1200">
                <a:latin typeface="Arial"/>
              </a:rPr>
              <a:t>J (74): </a:t>
            </a:r>
            <a:r>
              <a:rPr sz="1600">
                <a:latin typeface="Wingdings"/>
              </a:rPr>
              <a:t> J </a:t>
            </a:r>
          </a:p>
          <a:p>
            <a:r>
              <a:rPr sz="1200">
                <a:latin typeface="Arial"/>
              </a:rPr>
              <a:t>K (75): </a:t>
            </a:r>
            <a:r>
              <a:rPr sz="1600">
                <a:latin typeface="Wingdings"/>
              </a:rPr>
              <a:t> K </a:t>
            </a:r>
          </a:p>
          <a:p>
            <a:r>
              <a:rPr sz="1200">
                <a:latin typeface="Arial"/>
              </a:rPr>
              <a:t>L (76): </a:t>
            </a:r>
            <a:r>
              <a:rPr sz="1600">
                <a:latin typeface="Wingdings"/>
              </a:rPr>
              <a:t> L </a:t>
            </a:r>
          </a:p>
          <a:p>
            <a:r>
              <a:rPr sz="1200">
                <a:latin typeface="Arial"/>
              </a:rPr>
              <a:t>M (77): </a:t>
            </a:r>
            <a:r>
              <a:rPr sz="1600">
                <a:latin typeface="Wingdings"/>
              </a:rPr>
              <a:t> M </a:t>
            </a:r>
          </a:p>
          <a:p>
            <a:r>
              <a:rPr sz="1200">
                <a:latin typeface="Arial"/>
              </a:rPr>
              <a:t>N (78): </a:t>
            </a:r>
            <a:r>
              <a:rPr sz="1600">
                <a:latin typeface="Wingdings"/>
              </a:rPr>
              <a:t> N </a:t>
            </a:r>
          </a:p>
          <a:p>
            <a:r>
              <a:rPr sz="1200">
                <a:latin typeface="Arial"/>
              </a:rPr>
              <a:t>O (79): </a:t>
            </a:r>
            <a:r>
              <a:rPr sz="1600">
                <a:latin typeface="Wingdings"/>
              </a:rPr>
              <a:t> O </a:t>
            </a:r>
          </a:p>
          <a:p>
            <a:r>
              <a:rPr sz="1200">
                <a:latin typeface="Arial"/>
              </a:rPr>
              <a:t>P (80): </a:t>
            </a:r>
            <a:r>
              <a:rPr sz="1600">
                <a:latin typeface="Wingdings"/>
              </a:rPr>
              <a:t> P </a:t>
            </a:r>
          </a:p>
          <a:p>
            <a:r>
              <a:rPr sz="1200">
                <a:latin typeface="Arial"/>
              </a:rPr>
              <a:t>Q (81): </a:t>
            </a:r>
            <a:r>
              <a:rPr sz="1600">
                <a:latin typeface="Wingdings"/>
              </a:rPr>
              <a:t> Q </a:t>
            </a:r>
          </a:p>
          <a:p>
            <a:r>
              <a:rPr sz="1200">
                <a:latin typeface="Arial"/>
              </a:rPr>
              <a:t>R (82): </a:t>
            </a:r>
            <a:r>
              <a:rPr sz="1600">
                <a:latin typeface="Wingdings"/>
              </a:rPr>
              <a:t> R </a:t>
            </a:r>
          </a:p>
          <a:p>
            <a:r>
              <a:rPr sz="1200">
                <a:latin typeface="Arial"/>
              </a:rPr>
              <a:t>S (83): </a:t>
            </a:r>
            <a:r>
              <a:rPr sz="1600">
                <a:latin typeface="Wingdings"/>
              </a:rPr>
              <a:t> S </a:t>
            </a:r>
          </a:p>
          <a:p>
            <a:r>
              <a:rPr sz="1200">
                <a:latin typeface="Arial"/>
              </a:rPr>
              <a:t>T (84): </a:t>
            </a:r>
            <a:r>
              <a:rPr sz="1600">
                <a:latin typeface="Wingdings"/>
              </a:rPr>
              <a:t> T </a:t>
            </a:r>
          </a:p>
          <a:p>
            <a:r>
              <a:rPr sz="1200">
                <a:latin typeface="Arial"/>
              </a:rPr>
              <a:t>U (85): </a:t>
            </a:r>
            <a:r>
              <a:rPr sz="1600">
                <a:latin typeface="Wingdings"/>
              </a:rPr>
              <a:t> U </a:t>
            </a:r>
          </a:p>
          <a:p>
            <a:r>
              <a:rPr sz="1200">
                <a:latin typeface="Arial"/>
              </a:rPr>
              <a:t>V (86): </a:t>
            </a:r>
            <a:r>
              <a:rPr sz="1600">
                <a:latin typeface="Wingdings"/>
              </a:rPr>
              <a:t> V </a:t>
            </a:r>
          </a:p>
          <a:p>
            <a:r>
              <a:rPr sz="1200">
                <a:latin typeface="Arial"/>
              </a:rPr>
              <a:t>W (87): </a:t>
            </a:r>
            <a:r>
              <a:rPr sz="1600">
                <a:latin typeface="Wingdings"/>
              </a:rPr>
              <a:t> W </a:t>
            </a:r>
          </a:p>
          <a:p>
            <a:r>
              <a:rPr sz="1200">
                <a:latin typeface="Arial"/>
              </a:rPr>
              <a:t>X (88): </a:t>
            </a:r>
            <a:r>
              <a:rPr sz="1600">
                <a:latin typeface="Wingdings"/>
              </a:rPr>
              <a:t> X </a:t>
            </a:r>
          </a:p>
          <a:p>
            <a:r>
              <a:rPr sz="1200">
                <a:latin typeface="Arial"/>
              </a:rPr>
              <a:t>Y (89): </a:t>
            </a:r>
            <a:r>
              <a:rPr sz="1600">
                <a:latin typeface="Wingdings"/>
              </a:rPr>
              <a:t> Y </a:t>
            </a:r>
          </a:p>
          <a:p>
            <a:r>
              <a:rPr sz="1200">
                <a:latin typeface="Arial"/>
              </a:rPr>
              <a:t>Z (90): </a:t>
            </a:r>
            <a:r>
              <a:rPr sz="1600">
                <a:latin typeface="Wingdings"/>
              </a:rPr>
              <a:t> Z </a:t>
            </a:r>
          </a:p>
          <a:p>
            <a:r>
              <a:rPr sz="1200">
                <a:latin typeface="Arial"/>
              </a:rPr>
              <a:t>[ (91): </a:t>
            </a:r>
            <a:r>
              <a:rPr sz="1600">
                <a:latin typeface="Wingdings"/>
              </a:rPr>
              <a:t> [ </a:t>
            </a:r>
          </a:p>
          <a:p>
            <a:r>
              <a:rPr sz="1200">
                <a:latin typeface="Arial"/>
              </a:rPr>
              <a:t>\ (92): </a:t>
            </a:r>
            <a:r>
              <a:rPr sz="1600">
                <a:latin typeface="Wingdings"/>
              </a:rPr>
              <a:t> \ </a:t>
            </a:r>
          </a:p>
          <a:p>
            <a:r>
              <a:rPr sz="1200">
                <a:latin typeface="Arial"/>
              </a:rPr>
              <a:t>] (93): </a:t>
            </a:r>
            <a:r>
              <a:rPr sz="1600">
                <a:latin typeface="Wingdings"/>
              </a:rPr>
              <a:t> ] </a:t>
            </a:r>
          </a:p>
          <a:p>
            <a:r>
              <a:rPr sz="1200">
                <a:latin typeface="Arial"/>
              </a:rPr>
              <a:t>^ (94): </a:t>
            </a:r>
            <a:r>
              <a:rPr sz="1600">
                <a:latin typeface="Wingdings"/>
              </a:rPr>
              <a:t> ^ </a:t>
            </a:r>
          </a:p>
          <a:p>
            <a:r>
              <a:rPr sz="1200">
                <a:latin typeface="Arial"/>
              </a:rPr>
              <a:t>_ (95): </a:t>
            </a:r>
            <a:r>
              <a:rPr sz="1600">
                <a:latin typeface="Wingdings"/>
              </a:rPr>
              <a:t> _ </a:t>
            </a:r>
          </a:p>
          <a:p>
            <a:r>
              <a:rPr sz="1200">
                <a:latin typeface="Arial"/>
              </a:rPr>
              <a:t>` (96): </a:t>
            </a:r>
            <a:r>
              <a:rPr sz="1600">
                <a:latin typeface="Wingdings"/>
              </a:rPr>
              <a:t> ` </a:t>
            </a:r>
          </a:p>
          <a:p>
            <a:r>
              <a:rPr sz="1200">
                <a:latin typeface="Arial"/>
              </a:rPr>
              <a:t>a (97): </a:t>
            </a:r>
            <a:r>
              <a:rPr sz="1600">
                <a:latin typeface="Wingdings"/>
              </a:rPr>
              <a:t> a </a:t>
            </a:r>
          </a:p>
          <a:p>
            <a:r>
              <a:rPr sz="1200">
                <a:latin typeface="Arial"/>
              </a:rPr>
              <a:t>b (98): </a:t>
            </a:r>
            <a:r>
              <a:rPr sz="1600">
                <a:latin typeface="Wingdings"/>
              </a:rPr>
              <a:t> b </a:t>
            </a:r>
          </a:p>
          <a:p>
            <a:r>
              <a:rPr sz="1200">
                <a:latin typeface="Arial"/>
              </a:rPr>
              <a:t>c (99): </a:t>
            </a:r>
            <a:r>
              <a:rPr sz="1600">
                <a:latin typeface="Wingdings"/>
              </a:rPr>
              <a:t> c </a:t>
            </a:r>
          </a:p>
          <a:p>
            <a:r>
              <a:rPr sz="1200">
                <a:latin typeface="Arial"/>
              </a:rPr>
              <a:t>d (100): </a:t>
            </a:r>
            <a:r>
              <a:rPr sz="1600">
                <a:latin typeface="Wingdings"/>
              </a:rPr>
              <a:t> d </a:t>
            </a:r>
          </a:p>
          <a:p>
            <a:r>
              <a:rPr sz="1200">
                <a:latin typeface="Arial"/>
              </a:rPr>
              <a:t>e (101): </a:t>
            </a:r>
            <a:r>
              <a:rPr sz="1600">
                <a:latin typeface="Wingdings"/>
              </a:rPr>
              <a:t> e </a:t>
            </a:r>
          </a:p>
          <a:p>
            <a:r>
              <a:rPr sz="1200">
                <a:latin typeface="Arial"/>
              </a:rPr>
              <a:t>f (102): </a:t>
            </a:r>
            <a:r>
              <a:rPr sz="1600">
                <a:latin typeface="Wingdings"/>
              </a:rPr>
              <a:t> f </a:t>
            </a:r>
          </a:p>
          <a:p>
            <a:r>
              <a:rPr sz="1200">
                <a:latin typeface="Arial"/>
              </a:rPr>
              <a:t>g (103): </a:t>
            </a:r>
            <a:r>
              <a:rPr sz="1600">
                <a:latin typeface="Wingdings"/>
              </a:rPr>
              <a:t> g </a:t>
            </a:r>
          </a:p>
          <a:p>
            <a:r>
              <a:rPr sz="1200">
                <a:latin typeface="Arial"/>
              </a:rPr>
              <a:t>h (104): </a:t>
            </a:r>
            <a:r>
              <a:rPr sz="1600">
                <a:latin typeface="Wingdings"/>
              </a:rPr>
              <a:t> h </a:t>
            </a:r>
          </a:p>
          <a:p>
            <a:r>
              <a:rPr sz="1200">
                <a:latin typeface="Arial"/>
              </a:rPr>
              <a:t>i (105): </a:t>
            </a:r>
            <a:r>
              <a:rPr sz="1600">
                <a:latin typeface="Wingdings"/>
              </a:rPr>
              <a:t> i </a:t>
            </a:r>
          </a:p>
          <a:p>
            <a:r>
              <a:rPr sz="1200">
                <a:latin typeface="Arial"/>
              </a:rPr>
              <a:t>j (106): </a:t>
            </a:r>
            <a:r>
              <a:rPr sz="1600">
                <a:latin typeface="Wingdings"/>
              </a:rPr>
              <a:t> j </a:t>
            </a:r>
          </a:p>
          <a:p>
            <a:r>
              <a:rPr sz="1200">
                <a:latin typeface="Arial"/>
              </a:rPr>
              <a:t>k (107): </a:t>
            </a:r>
            <a:r>
              <a:rPr sz="1600">
                <a:latin typeface="Wingdings"/>
              </a:rPr>
              <a:t> k </a:t>
            </a:r>
          </a:p>
          <a:p>
            <a:r>
              <a:rPr sz="1200">
                <a:latin typeface="Arial"/>
              </a:rPr>
              <a:t>l (108): </a:t>
            </a:r>
            <a:r>
              <a:rPr sz="1600">
                <a:latin typeface="Wingdings"/>
              </a:rPr>
              <a:t> l </a:t>
            </a:r>
          </a:p>
          <a:p>
            <a:r>
              <a:rPr sz="1200">
                <a:latin typeface="Arial"/>
              </a:rPr>
              <a:t>m (109): </a:t>
            </a:r>
            <a:r>
              <a:rPr sz="1600">
                <a:latin typeface="Wingdings"/>
              </a:rPr>
              <a:t> m </a:t>
            </a:r>
          </a:p>
          <a:p>
            <a:r>
              <a:rPr sz="1200">
                <a:latin typeface="Arial"/>
              </a:rPr>
              <a:t>n (110): </a:t>
            </a:r>
            <a:r>
              <a:rPr sz="1600">
                <a:latin typeface="Wingdings"/>
              </a:rPr>
              <a:t> n </a:t>
            </a:r>
          </a:p>
          <a:p>
            <a:r>
              <a:rPr sz="1200">
                <a:latin typeface="Arial"/>
              </a:rPr>
              <a:t>o (111): </a:t>
            </a:r>
            <a:r>
              <a:rPr sz="1600">
                <a:latin typeface="Wingdings"/>
              </a:rPr>
              <a:t> o </a:t>
            </a:r>
          </a:p>
          <a:p>
            <a:r>
              <a:rPr sz="1200">
                <a:latin typeface="Arial"/>
              </a:rPr>
              <a:t>p (112): </a:t>
            </a:r>
            <a:r>
              <a:rPr sz="1600">
                <a:latin typeface="Wingdings"/>
              </a:rPr>
              <a:t> p </a:t>
            </a:r>
          </a:p>
          <a:p>
            <a:r>
              <a:rPr sz="1200">
                <a:latin typeface="Arial"/>
              </a:rPr>
              <a:t>q (113): </a:t>
            </a:r>
            <a:r>
              <a:rPr sz="1600">
                <a:latin typeface="Wingdings"/>
              </a:rPr>
              <a:t> q </a:t>
            </a:r>
          </a:p>
          <a:p>
            <a:r>
              <a:rPr sz="1200">
                <a:latin typeface="Arial"/>
              </a:rPr>
              <a:t>r (114): </a:t>
            </a:r>
            <a:r>
              <a:rPr sz="1600">
                <a:latin typeface="Wingdings"/>
              </a:rPr>
              <a:t> r </a:t>
            </a:r>
          </a:p>
          <a:p>
            <a:r>
              <a:rPr sz="1200">
                <a:latin typeface="Arial"/>
              </a:rPr>
              <a:t>s (115): </a:t>
            </a:r>
            <a:r>
              <a:rPr sz="1600">
                <a:latin typeface="Wingdings"/>
              </a:rPr>
              <a:t> s </a:t>
            </a:r>
          </a:p>
          <a:p>
            <a:r>
              <a:rPr sz="1200">
                <a:latin typeface="Arial"/>
              </a:rPr>
              <a:t>t (116): </a:t>
            </a:r>
            <a:r>
              <a:rPr sz="1600">
                <a:latin typeface="Wingdings"/>
              </a:rPr>
              <a:t> t </a:t>
            </a:r>
          </a:p>
          <a:p>
            <a:r>
              <a:rPr sz="1200">
                <a:latin typeface="Arial"/>
              </a:rPr>
              <a:t>u (117): </a:t>
            </a:r>
            <a:r>
              <a:rPr sz="1600">
                <a:latin typeface="Wingdings"/>
              </a:rPr>
              <a:t> u </a:t>
            </a:r>
          </a:p>
          <a:p>
            <a:r>
              <a:rPr sz="1200">
                <a:latin typeface="Arial"/>
              </a:rPr>
              <a:t>v (118): </a:t>
            </a:r>
            <a:r>
              <a:rPr sz="1600">
                <a:latin typeface="Wingdings"/>
              </a:rPr>
              <a:t> v </a:t>
            </a:r>
          </a:p>
          <a:p>
            <a:r>
              <a:rPr sz="1200">
                <a:latin typeface="Arial"/>
              </a:rPr>
              <a:t>w (119): </a:t>
            </a:r>
            <a:r>
              <a:rPr sz="1600">
                <a:latin typeface="Wingdings"/>
              </a:rPr>
              <a:t> w </a:t>
            </a:r>
          </a:p>
          <a:p>
            <a:r>
              <a:rPr sz="1200">
                <a:latin typeface="Arial"/>
              </a:rPr>
              <a:t>x (120): </a:t>
            </a:r>
            <a:r>
              <a:rPr sz="1600">
                <a:latin typeface="Wingdings"/>
              </a:rPr>
              <a:t> x </a:t>
            </a:r>
          </a:p>
          <a:p>
            <a:r>
              <a:rPr sz="1200">
                <a:latin typeface="Arial"/>
              </a:rPr>
              <a:t>y (121): </a:t>
            </a:r>
            <a:r>
              <a:rPr sz="1600">
                <a:latin typeface="Wingdings"/>
              </a:rPr>
              <a:t> y </a:t>
            </a:r>
          </a:p>
          <a:p>
            <a:r>
              <a:rPr sz="1200">
                <a:latin typeface="Arial"/>
              </a:rPr>
              <a:t>z (122): </a:t>
            </a:r>
            <a:r>
              <a:rPr sz="1600">
                <a:latin typeface="Wingdings"/>
              </a:rPr>
              <a:t> z </a:t>
            </a:r>
          </a:p>
          <a:p>
            <a:r>
              <a:rPr sz="1200">
                <a:latin typeface="Arial"/>
              </a:rPr>
              <a:t>{ (123): </a:t>
            </a:r>
            <a:r>
              <a:rPr sz="1600">
                <a:latin typeface="Wingdings"/>
              </a:rPr>
              <a:t> { </a:t>
            </a:r>
          </a:p>
          <a:p>
            <a:r>
              <a:rPr sz="1200">
                <a:latin typeface="Arial"/>
              </a:rPr>
              <a:t>| (124): </a:t>
            </a:r>
            <a:r>
              <a:rPr sz="1600">
                <a:latin typeface="Wingdings"/>
              </a:rPr>
              <a:t> | </a:t>
            </a:r>
          </a:p>
          <a:p>
            <a:r>
              <a:rPr sz="1200">
                <a:latin typeface="Arial"/>
              </a:rPr>
              <a:t>} (125): </a:t>
            </a:r>
            <a:r>
              <a:rPr sz="1600">
                <a:latin typeface="Wingdings"/>
              </a:rPr>
              <a:t> } </a:t>
            </a:r>
          </a:p>
          <a:p>
            <a:r>
              <a:rPr sz="1200">
                <a:latin typeface="Arial"/>
              </a:rPr>
              <a:t>~ (126): </a:t>
            </a:r>
            <a:r>
              <a:rPr sz="1600">
                <a:latin typeface="Wingdings"/>
              </a:rPr>
              <a:t> ~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