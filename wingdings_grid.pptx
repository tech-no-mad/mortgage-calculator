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32: =</a:t>
            </a:r>
            <a:r>
              <a:rPr sz="1400">
                <a:latin typeface="Wingding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33:!=</a:t>
            </a:r>
            <a:r>
              <a:rPr sz="1400">
                <a:latin typeface="Wingdings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34:"=</a:t>
            </a:r>
            <a:r>
              <a:rPr sz="1400">
                <a:latin typeface="Wingdings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35:#=</a:t>
            </a:r>
            <a:r>
              <a:rPr sz="1400">
                <a:latin typeface="Wingdings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36:$=</a:t>
            </a:r>
            <a:r>
              <a:rPr sz="1400">
                <a:latin typeface="Wingdings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37:%=</a:t>
            </a:r>
            <a:r>
              <a:rPr sz="1400">
                <a:latin typeface="Wingdings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38:&amp;=</a:t>
            </a:r>
            <a:r>
              <a:rPr sz="1400">
                <a:latin typeface="Wingdings"/>
              </a:rPr>
              <a:t>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39:'=</a:t>
            </a:r>
            <a:r>
              <a:rPr sz="1400">
                <a:latin typeface="Wingdings"/>
              </a:rPr>
              <a:t>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40:(=</a:t>
            </a:r>
            <a:r>
              <a:rPr sz="1400">
                <a:latin typeface="Wingdings"/>
              </a:rPr>
              <a:t>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41:)=</a:t>
            </a:r>
            <a:r>
              <a:rPr sz="1400">
                <a:latin typeface="Wingding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42:*=</a:t>
            </a:r>
            <a:r>
              <a:rPr sz="1400">
                <a:latin typeface="Wingdings"/>
              </a:rP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43:+=</a:t>
            </a:r>
            <a:r>
              <a:rPr sz="1400">
                <a:latin typeface="Wingding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44:,=</a:t>
            </a:r>
            <a:r>
              <a:rPr sz="1400">
                <a:latin typeface="Wingdings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45:-=</a:t>
            </a:r>
            <a:r>
              <a:rPr sz="1400">
                <a:latin typeface="Wingdings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46:.=</a:t>
            </a:r>
            <a:r>
              <a:rPr sz="1400">
                <a:latin typeface="Wingding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47:/=</a:t>
            </a:r>
            <a:r>
              <a:rPr sz="1400">
                <a:latin typeface="Wingdings"/>
              </a:rPr>
              <a:t>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48:0=</a:t>
            </a:r>
            <a:r>
              <a:rPr sz="1400">
                <a:latin typeface="Wingding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49:1=</a:t>
            </a:r>
            <a:r>
              <a:rPr sz="1400">
                <a:latin typeface="Wingding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50:2=</a:t>
            </a:r>
            <a:r>
              <a:rPr sz="1400">
                <a:latin typeface="Wingding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51:3=</a:t>
            </a:r>
            <a:r>
              <a:rPr sz="1400">
                <a:latin typeface="Wingding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52:4=</a:t>
            </a:r>
            <a:r>
              <a:rPr sz="1400">
                <a:latin typeface="Wingding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53:5=</a:t>
            </a:r>
            <a:r>
              <a:rPr sz="1400">
                <a:latin typeface="Wingding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54:6=</a:t>
            </a:r>
            <a:r>
              <a:rPr sz="1400">
                <a:latin typeface="Wingding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55:7=</a:t>
            </a:r>
            <a:r>
              <a:rPr sz="1400">
                <a:latin typeface="Wingding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56:8=</a:t>
            </a:r>
            <a:r>
              <a:rPr sz="1400">
                <a:latin typeface="Wingdings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57:9=</a:t>
            </a:r>
            <a:r>
              <a:rPr sz="1400">
                <a:latin typeface="Wingdings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58::=</a:t>
            </a:r>
            <a:r>
              <a:rPr sz="1400">
                <a:latin typeface="Wingdings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59:;=</a:t>
            </a:r>
            <a:r>
              <a:rPr sz="1400">
                <a:latin typeface="Wingdings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60:&lt;=</a:t>
            </a:r>
            <a:r>
              <a:rPr sz="1400">
                <a:latin typeface="Wingdings"/>
              </a:rPr>
              <a:t>&lt;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61:==</a:t>
            </a:r>
            <a:r>
              <a:rPr sz="1400">
                <a:latin typeface="Wingding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62:&gt;=</a:t>
            </a:r>
            <a:r>
              <a:rPr sz="1400">
                <a:latin typeface="Wingdings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63:?=</a:t>
            </a:r>
            <a:r>
              <a:rPr sz="1400">
                <a:latin typeface="Wingdings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64:@=</a:t>
            </a:r>
            <a:r>
              <a:rPr sz="1400">
                <a:latin typeface="Wingdings"/>
              </a:rPr>
              <a:t>@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65:A=</a:t>
            </a:r>
            <a:r>
              <a:rPr sz="1400">
                <a:latin typeface="Wingdings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66:B=</a:t>
            </a:r>
            <a:r>
              <a:rPr sz="1400">
                <a:latin typeface="Wingdings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67:C=</a:t>
            </a:r>
            <a:r>
              <a:rPr sz="1400">
                <a:latin typeface="Wingdings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68:D=</a:t>
            </a:r>
            <a:r>
              <a:rPr sz="1400">
                <a:latin typeface="Wingdings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69:E=</a:t>
            </a:r>
            <a:r>
              <a:rPr sz="1400">
                <a:latin typeface="Wingdings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70:F=</a:t>
            </a:r>
            <a:r>
              <a:rPr sz="1400">
                <a:latin typeface="Wingdings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1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71:G=</a:t>
            </a:r>
            <a:r>
              <a:rPr sz="1400">
                <a:latin typeface="Wingdings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72:H=</a:t>
            </a:r>
            <a:r>
              <a:rPr sz="1400">
                <a:latin typeface="Wingdings"/>
              </a:rPr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73:I=</a:t>
            </a:r>
            <a:r>
              <a:rPr sz="1400">
                <a:latin typeface="Wingding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74:J=</a:t>
            </a:r>
            <a:r>
              <a:rPr sz="1400">
                <a:latin typeface="Wingdings"/>
              </a:rPr>
              <a:t>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75:K=</a:t>
            </a:r>
            <a:r>
              <a:rPr sz="1400">
                <a:latin typeface="Wingdings"/>
              </a:rP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76:L=</a:t>
            </a:r>
            <a:r>
              <a:rPr sz="1400">
                <a:latin typeface="Wingdings"/>
              </a:rPr>
              <a:t>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77:M=</a:t>
            </a:r>
            <a:r>
              <a:rPr sz="1400">
                <a:latin typeface="Wingdings"/>
              </a:rPr>
              <a:t>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78:N=</a:t>
            </a:r>
            <a:r>
              <a:rPr sz="1400">
                <a:latin typeface="Wingdings"/>
              </a:rPr>
              <a:t>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79:O=</a:t>
            </a:r>
            <a:r>
              <a:rPr sz="1400">
                <a:latin typeface="Wingdings"/>
              </a:rPr>
              <a:t>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80:P=</a:t>
            </a:r>
            <a:r>
              <a:rPr sz="1400">
                <a:latin typeface="Wingdings"/>
              </a:rP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81:Q=</a:t>
            </a:r>
            <a:r>
              <a:rPr sz="1400">
                <a:latin typeface="Wingdings"/>
              </a:rPr>
              <a:t>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82:R=</a:t>
            </a:r>
            <a:r>
              <a:rPr sz="1400">
                <a:latin typeface="Wingdings"/>
              </a:rPr>
              <a:t>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83:S=</a:t>
            </a:r>
            <a:r>
              <a:rPr sz="1400">
                <a:latin typeface="Wingdings"/>
              </a:rPr>
              <a:t>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84:T=</a:t>
            </a:r>
            <a:r>
              <a:rPr sz="1400">
                <a:latin typeface="Wingdings"/>
              </a:rPr>
              <a:t>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85:U=</a:t>
            </a:r>
            <a:r>
              <a:rPr sz="1400">
                <a:latin typeface="Wingdings"/>
              </a:rPr>
              <a:t>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86:V=</a:t>
            </a:r>
            <a:r>
              <a:rPr sz="1400">
                <a:latin typeface="Wingdings"/>
              </a:rPr>
              <a:t>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87:W=</a:t>
            </a:r>
            <a:r>
              <a:rPr sz="1400">
                <a:latin typeface="Wingdings"/>
              </a:rPr>
              <a:t>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88:X=</a:t>
            </a:r>
            <a:r>
              <a:rPr sz="1400">
                <a:latin typeface="Wingdings"/>
              </a:rP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89:Y=</a:t>
            </a:r>
            <a:r>
              <a:rPr sz="1400">
                <a:latin typeface="Wingdings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90:Z=</a:t>
            </a:r>
            <a:r>
              <a:rPr sz="1400">
                <a:latin typeface="Wingdings"/>
              </a:rPr>
              <a:t>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1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91:[=</a:t>
            </a:r>
            <a:r>
              <a:rPr sz="1400">
                <a:latin typeface="Wingdings"/>
              </a:rPr>
              <a:t>[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92:\=</a:t>
            </a:r>
            <a:r>
              <a:rPr sz="1400">
                <a:latin typeface="Wingdings"/>
              </a:rPr>
              <a:t>\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93:]=</a:t>
            </a:r>
            <a:r>
              <a:rPr sz="1400">
                <a:latin typeface="Wingdings"/>
              </a:rPr>
              <a:t>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176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94:^=</a:t>
            </a:r>
            <a:r>
              <a:rPr sz="1400">
                <a:latin typeface="Wingdings"/>
              </a:rPr>
              <a:t>^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95:_=</a:t>
            </a:r>
            <a:r>
              <a:rPr sz="1400">
                <a:latin typeface="Wingdings"/>
              </a:rPr>
              <a:t>_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96:`=</a:t>
            </a:r>
            <a:r>
              <a:rPr sz="1400">
                <a:latin typeface="Wingdings"/>
              </a:rPr>
              <a:t>`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97:a=</a:t>
            </a:r>
            <a:r>
              <a:rPr sz="1400">
                <a:latin typeface="Wingdings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7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98:b=</a:t>
            </a:r>
            <a:r>
              <a:rPr sz="1400">
                <a:latin typeface="Wingdings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99:c=</a:t>
            </a:r>
            <a:r>
              <a:rPr sz="1400">
                <a:latin typeface="Wingdings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100:d=</a:t>
            </a:r>
            <a:r>
              <a:rPr sz="1400">
                <a:latin typeface="Wingdings"/>
              </a:rPr>
              <a:t>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1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101:e=</a:t>
            </a:r>
            <a:r>
              <a:rPr sz="1400">
                <a:latin typeface="Wingdings"/>
              </a:rPr>
              <a:t>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102:f=</a:t>
            </a:r>
            <a:r>
              <a:rPr sz="1400">
                <a:latin typeface="Wingdings"/>
              </a:rPr>
              <a:t>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103:g=</a:t>
            </a:r>
            <a:r>
              <a:rPr sz="1400">
                <a:latin typeface="Wingdings"/>
              </a:rPr>
              <a:t>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5176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104:h=</a:t>
            </a:r>
            <a:r>
              <a:rPr sz="1400">
                <a:latin typeface="Wingdings"/>
              </a:rPr>
              <a:t>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105:i=</a:t>
            </a:r>
            <a:r>
              <a:rPr sz="1400">
                <a:latin typeface="Wingdings"/>
              </a:rPr>
              <a:t>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106:j=</a:t>
            </a:r>
            <a:r>
              <a:rPr sz="1400">
                <a:latin typeface="Wingdings"/>
              </a:rPr>
              <a:t>j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107:k=</a:t>
            </a:r>
            <a:r>
              <a:rPr sz="1400">
                <a:latin typeface="Wingdings"/>
              </a:rPr>
              <a:t>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7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108:l=</a:t>
            </a:r>
            <a:r>
              <a:rPr sz="1400">
                <a:latin typeface="Wingdings"/>
              </a:rPr>
              <a:t>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109:m=</a:t>
            </a:r>
            <a:r>
              <a:rPr sz="1400">
                <a:latin typeface="Wingdings"/>
              </a:rPr>
              <a:t>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110:n=</a:t>
            </a:r>
            <a:r>
              <a:rPr sz="1400">
                <a:latin typeface="Wingdings"/>
              </a:rPr>
              <a:t>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271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111:o=</a:t>
            </a:r>
            <a:r>
              <a:rPr sz="1400">
                <a:latin typeface="Wingdings"/>
              </a:rPr>
              <a:t>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112:p=</a:t>
            </a:r>
            <a:r>
              <a:rPr sz="1400">
                <a:latin typeface="Wingdings"/>
              </a:rPr>
              <a:t>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5448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113:q=</a:t>
            </a:r>
            <a:r>
              <a:rPr sz="1400">
                <a:latin typeface="Wingdings"/>
              </a:rPr>
              <a:t>q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5176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114:r=</a:t>
            </a:r>
            <a:r>
              <a:rPr sz="1400">
                <a:latin typeface="Wingdings"/>
              </a:rPr>
              <a:t>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4903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115:s=</a:t>
            </a:r>
            <a:r>
              <a:rPr sz="1400">
                <a:latin typeface="Wingdings"/>
              </a:rPr>
              <a:t>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632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116:t=</a:t>
            </a:r>
            <a:r>
              <a:rPr sz="1400">
                <a:latin typeface="Wingdings"/>
              </a:rPr>
              <a:t>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117:u=</a:t>
            </a:r>
            <a:r>
              <a:rPr sz="1400">
                <a:latin typeface="Wingdings"/>
              </a:rPr>
              <a:t>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087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118:v=</a:t>
            </a:r>
            <a:r>
              <a:rPr sz="1400">
                <a:latin typeface="Wingdings"/>
              </a:rPr>
              <a:t>v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119:w=</a:t>
            </a:r>
            <a:r>
              <a:rPr sz="1400">
                <a:latin typeface="Wingdings"/>
              </a:rPr>
              <a:t>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3544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120:x=</a:t>
            </a:r>
            <a:r>
              <a:rPr sz="1400">
                <a:latin typeface="Wingdings"/>
              </a:rPr>
              <a:t>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1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121:y=</a:t>
            </a:r>
            <a:r>
              <a:rPr sz="1400">
                <a:latin typeface="Wingdings"/>
              </a:rPr>
              <a:t>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122:z=</a:t>
            </a:r>
            <a:r>
              <a:rPr sz="1400">
                <a:latin typeface="Wingdings"/>
              </a:rPr>
              <a:t>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5448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123:{=</a:t>
            </a:r>
            <a:r>
              <a:rPr sz="1400">
                <a:latin typeface="Wingdings"/>
              </a:rPr>
              <a:t>{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124:|=</a:t>
            </a:r>
            <a:r>
              <a:rPr sz="1400">
                <a:latin typeface="Wingdings"/>
              </a:rPr>
              <a:t>|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49039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125:}=</a:t>
            </a:r>
            <a:r>
              <a:rPr sz="1400">
                <a:latin typeface="Wingdings"/>
              </a:rPr>
              <a:t>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126:~=</a:t>
            </a:r>
            <a:r>
              <a:rPr sz="1400">
                <a:latin typeface="Wingdings"/>
              </a:rPr>
              <a:t>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