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FFFFF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u="none">
                <a:solidFill>
                  <a:srgbClr val="FFFFFF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USR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Employee
Issue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Virtual
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920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Knowledge
Articles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936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Incident
Logging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39528" y="2267712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Rise in ticket volumes since 2020: +16%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 u="none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1E1E2F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1E1E2F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u="none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AI-powered Virtual Agent (Now Assist) on ServiceNow Zurich enforcing standardized incident creation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Clean three-layer architecture — all native to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091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331720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109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393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677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3931919"/>
            <a:ext cx="1499616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 u="none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01168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389120" y="2505456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623560" y="2505456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46520" y="2862072"/>
            <a:ext cx="0" cy="868680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" y="4105655"/>
            <a:ext cx="41148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8912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0040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11680" y="4105655"/>
            <a:ext cx="45720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165506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1E1E2F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3767" y="2496312"/>
            <a:ext cx="274320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Virtual Agent Chat is the primary access point.</a:t>
            </a:r>
          </a:p>
          <a:p>
            <a:r>
              <a:rPr u="none"/>
              <a:t>Now Assist and Custom AI Agent orchestrate intent and KB lookup.</a:t>
            </a:r>
          </a:p>
          <a:p>
            <a:r>
              <a:rPr u="none"/>
              <a:t>Record Producer ensures standardized data capture.</a:t>
            </a:r>
          </a:p>
          <a:p>
            <a:r>
              <a:rPr u="none"/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5562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u="none">
                <a:solidFill>
                  <a:srgbClr val="FFFFFF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Implementation Components on ServiceNow Zurich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u="none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Event-driven notifications for support team and automated closure notification.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auto-assigned to ACCENTURE IT SUPPORT; Team and Employee notified.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 u="none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Measurable gains in speed, consistency, and employee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EMP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24/7 Self-Service Availability.</a:t>
            </a:r>
          </a:p>
          <a:p>
            <a:r>
              <a:rPr u="none"/>
              <a:t>Employees raise incidents and access knowledge at any hour.</a:t>
            </a:r>
          </a:p>
          <a:p>
            <a:r>
              <a:rPr u="none"/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24/7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100% Standardized Incident Creation.</a:t>
            </a:r>
          </a:p>
          <a:p>
            <a:r>
              <a:rPr u="none"/>
              <a:t>Zero Manual Triage Required.</a:t>
            </a:r>
          </a:p>
          <a:p>
            <a:r>
              <a:rPr u="none"/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Zero-Touch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Real-Time Support Team Notifications.</a:t>
            </a:r>
          </a:p>
          <a:p>
            <a:r>
              <a:rPr u="none"/>
              <a:t>Event-driven notification on incident creation.</a:t>
            </a:r>
          </a:p>
          <a:p>
            <a:r>
              <a:rPr u="none"/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Scalable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u="none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Live Demo Scenario: VPN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Guided Assistance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Ticketing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Knowledge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Seamless Follow-up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 u="none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Wider 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Cross-Domain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Autonomous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u="none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 u="none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Final Achievements &amp; 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FFFFFF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FFFFF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A100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00FF"/>
                </a:solidFill>
              </a:defRPr>
            </a:pPr>
            <a:r>
              <a:rPr u="none">
                <a:solidFill>
                  <a:srgbClr val="FFFFFF"/>
                </a:solidFill>
              </a:rPr>
              <a:t>Ready to accelerate your IT support transformation.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Oval 13"/>
          <p:cNvSpPr/>
          <p:nvPr/>
        </p:nvSpPr>
        <p:spPr>
          <a:xfrm>
            <a:off x="411480" y="2185416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212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84378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Support teams are stretched thin and overwhelmed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interface for natural-language IT support queries.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4528" y="2194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57216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Instant KB article recommendations before incident creation.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05856" y="2194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638544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Enforces use of 'Create Incident - Accenture Support' record producer.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87184" y="2194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119872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Routes all incidents to 'ACCENTURE IT SUPPORT' group automatically.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68512" y="2194560"/>
            <a:ext cx="731520" cy="0"/>
          </a:xfrm>
          <a:prstGeom prst="line">
            <a:avLst/>
          </a:prstGeom>
          <a:ln w="2540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601200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Real-time alerts to the support group and employee closure notification.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100FF"/>
                </a:solidFill>
              </a:defRPr>
            </a:pPr>
            <a:r>
              <a:t>Proposed Solution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